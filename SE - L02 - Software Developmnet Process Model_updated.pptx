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ppt/changesInfos/changesInfo1.xml" ContentType="application/vnd.ms-powerpoint.changes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256" r:id="rId2"/>
    <p:sldId id="293" r:id="rId3"/>
    <p:sldId id="296" r:id="rId4"/>
    <p:sldId id="298" r:id="rId5"/>
    <p:sldId id="299" r:id="rId6"/>
    <p:sldId id="303" r:id="rId7"/>
    <p:sldId id="295" r:id="rId8"/>
    <p:sldId id="311" r:id="rId9"/>
    <p:sldId id="312" r:id="rId10"/>
    <p:sldId id="31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65AAA-5E81-4B6B-94AD-43B318F38315}" v="10" dt="2025-11-04T02:06:57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3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E3DD0F88-8A1D-469E-9A4D-0D864E33DB38}"/>
    <pc:docChg chg="undo redo custSel modSld">
      <pc:chgData name="Saikat Baul" userId="dae859d7-ea3e-4a5d-83a1-d953f3940120" providerId="ADAL" clId="{E3DD0F88-8A1D-469E-9A4D-0D864E33DB38}" dt="2025-03-10T03:43:41.651" v="181" actId="207"/>
      <pc:docMkLst>
        <pc:docMk/>
      </pc:docMkLst>
      <pc:sldChg chg="modSp mod">
        <pc:chgData name="Saikat Baul" userId="dae859d7-ea3e-4a5d-83a1-d953f3940120" providerId="ADAL" clId="{E3DD0F88-8A1D-469E-9A4D-0D864E33DB38}" dt="2025-03-01T08:39:47.323" v="23" actId="1076"/>
        <pc:sldMkLst>
          <pc:docMk/>
          <pc:sldMk cId="2664565021" sldId="256"/>
        </pc:sldMkLst>
      </pc:sldChg>
      <pc:sldChg chg="modSp mod">
        <pc:chgData name="Saikat Baul" userId="dae859d7-ea3e-4a5d-83a1-d953f3940120" providerId="ADAL" clId="{E3DD0F88-8A1D-469E-9A4D-0D864E33DB38}" dt="2025-03-03T14:06:46.512" v="28" actId="14100"/>
        <pc:sldMkLst>
          <pc:docMk/>
          <pc:sldMk cId="3411684674" sldId="293"/>
        </pc:sldMkLst>
      </pc:sldChg>
      <pc:sldChg chg="modSp mod">
        <pc:chgData name="Saikat Baul" userId="dae859d7-ea3e-4a5d-83a1-d953f3940120" providerId="ADAL" clId="{E3DD0F88-8A1D-469E-9A4D-0D864E33DB38}" dt="2025-03-03T16:54:26.759" v="33" actId="14100"/>
        <pc:sldMkLst>
          <pc:docMk/>
          <pc:sldMk cId="3925133192" sldId="298"/>
        </pc:sldMkLst>
      </pc:sldChg>
      <pc:sldChg chg="addSp delSp modSp mod modNotesTx">
        <pc:chgData name="Saikat Baul" userId="dae859d7-ea3e-4a5d-83a1-d953f3940120" providerId="ADAL" clId="{E3DD0F88-8A1D-469E-9A4D-0D864E33DB38}" dt="2025-03-08T13:56:35.636" v="145" actId="20577"/>
        <pc:sldMkLst>
          <pc:docMk/>
          <pc:sldMk cId="1632695831" sldId="300"/>
        </pc:sldMkLst>
      </pc:sldChg>
      <pc:sldChg chg="modSp mod">
        <pc:chgData name="Saikat Baul" userId="dae859d7-ea3e-4a5d-83a1-d953f3940120" providerId="ADAL" clId="{E3DD0F88-8A1D-469E-9A4D-0D864E33DB38}" dt="2025-03-08T14:01:51.404" v="180" actId="20577"/>
        <pc:sldMkLst>
          <pc:docMk/>
          <pc:sldMk cId="2476521425" sldId="304"/>
        </pc:sldMkLst>
      </pc:sldChg>
      <pc:sldChg chg="modSp mod">
        <pc:chgData name="Saikat Baul" userId="dae859d7-ea3e-4a5d-83a1-d953f3940120" providerId="ADAL" clId="{E3DD0F88-8A1D-469E-9A4D-0D864E33DB38}" dt="2025-03-10T03:43:41.651" v="181" actId="207"/>
        <pc:sldMkLst>
          <pc:docMk/>
          <pc:sldMk cId="300910314" sldId="307"/>
        </pc:sldMkLst>
      </pc:sldChg>
    </pc:docChg>
  </pc:docChgLst>
  <pc:docChgLst>
    <pc:chgData name="MD. RAIHAN MAHMUD" userId="4a62f7df-4410-48f1-90fd-18890a1620a6" providerId="ADAL" clId="{199ABB1F-63E5-4F98-A4AD-82979F3C4904}"/>
    <pc:docChg chg="custSel modSld">
      <pc:chgData name="MD. RAIHAN MAHMUD" userId="4a62f7df-4410-48f1-90fd-18890a1620a6" providerId="ADAL" clId="{199ABB1F-63E5-4F98-A4AD-82979F3C4904}" dt="2025-10-29T09:24:10.135" v="7" actId="1076"/>
      <pc:docMkLst>
        <pc:docMk/>
      </pc:docMkLst>
      <pc:sldChg chg="delSp modSp mod">
        <pc:chgData name="MD. RAIHAN MAHMUD" userId="4a62f7df-4410-48f1-90fd-18890a1620a6" providerId="ADAL" clId="{199ABB1F-63E5-4F98-A4AD-82979F3C4904}" dt="2025-10-29T09:24:10.135" v="7" actId="1076"/>
        <pc:sldMkLst>
          <pc:docMk/>
          <pc:sldMk cId="2664565021" sldId="256"/>
        </pc:sldMkLst>
        <pc:spChg chg="mod">
          <ac:chgData name="MD. RAIHAN MAHMUD" userId="4a62f7df-4410-48f1-90fd-18890a1620a6" providerId="ADAL" clId="{199ABB1F-63E5-4F98-A4AD-82979F3C4904}" dt="2025-10-29T09:24:10.135" v="7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3411684674" sldId="293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3411684674" sldId="293"/>
            <ac:spMk id="6" creationId="{00000000-0000-0000-0000-000000000000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1373323169" sldId="295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1373323169" sldId="295"/>
            <ac:spMk id="4" creationId="{5D6D9ECC-68FF-8D7D-811B-14DD60441EAC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731836009" sldId="296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731836009" sldId="296"/>
            <ac:spMk id="3" creationId="{0A303E40-ADDA-0C78-EA84-D404D5D51F3A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3925133192" sldId="298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3925133192" sldId="298"/>
            <ac:spMk id="4" creationId="{DB2F2794-2A4A-41F1-381E-0501570FF32B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2769073409" sldId="299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2769073409" sldId="299"/>
            <ac:spMk id="4" creationId="{25CDD077-DB25-5B43-C3F8-958B39DDA0A0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1567044653" sldId="303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1567044653" sldId="303"/>
            <ac:spMk id="4" creationId="{59C10A0D-78A2-BF7F-A7E4-9820261191BA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647168265" sldId="311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647168265" sldId="311"/>
            <ac:spMk id="3" creationId="{01149773-2BDA-ACC8-8895-B0E381214C7B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1561272034" sldId="312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1561272034" sldId="312"/>
            <ac:spMk id="3" creationId="{9164E10F-2430-EE4F-3CEE-3FB90BB588DA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64039236" sldId="314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64039236" sldId="314"/>
            <ac:spMk id="4" creationId="{25428DD3-CABA-9384-F30E-42C6A72F954F}"/>
          </ac:spMkLst>
        </pc:spChg>
      </pc:sldChg>
    </pc:docChg>
  </pc:docChgLst>
  <pc:docChgLst>
    <pc:chgData name="Farzana Bente Alam" userId="3f74bd13-d3c2-4c92-803f-cee23a0d21b8" providerId="ADAL" clId="{27AC36B6-6117-403C-9CA1-F33B43EB0339}"/>
    <pc:docChg chg="modSld">
      <pc:chgData name="Farzana Bente Alam" userId="3f74bd13-d3c2-4c92-803f-cee23a0d21b8" providerId="ADAL" clId="{27AC36B6-6117-403C-9CA1-F33B43EB0339}" dt="2024-11-03T06:15:54.186" v="0" actId="1036"/>
      <pc:docMkLst>
        <pc:docMk/>
      </pc:docMkLst>
      <pc:sldChg chg="modSp mod">
        <pc:chgData name="Farzana Bente Alam" userId="3f74bd13-d3c2-4c92-803f-cee23a0d21b8" providerId="ADAL" clId="{27AC36B6-6117-403C-9CA1-F33B43EB0339}" dt="2024-11-03T06:15:54.186" v="0" actId="1036"/>
        <pc:sldMkLst>
          <pc:docMk/>
          <pc:sldMk cId="1632695831" sldId="300"/>
        </pc:sldMkLst>
      </pc:sldChg>
    </pc:docChg>
  </pc:docChgLst>
  <pc:docChgLst>
    <pc:chgData name="MD. RAIHAN MAHMUD" userId="4a62f7df-4410-48f1-90fd-18890a1620a6" providerId="ADAL" clId="{B2039104-45D9-4CD2-BD34-02CB124718E6}"/>
    <pc:docChg chg="undo custSel addSld delSld modSld">
      <pc:chgData name="MD. RAIHAN MAHMUD" userId="4a62f7df-4410-48f1-90fd-18890a1620a6" providerId="ADAL" clId="{B2039104-45D9-4CD2-BD34-02CB124718E6}" dt="2025-11-04T02:06:57.668" v="9" actId="2890"/>
      <pc:docMkLst>
        <pc:docMk/>
      </pc:docMkLst>
      <pc:sldChg chg="addSp delSp modSp add del mod">
        <pc:chgData name="MD. RAIHAN MAHMUD" userId="4a62f7df-4410-48f1-90fd-18890a1620a6" providerId="ADAL" clId="{B2039104-45D9-4CD2-BD34-02CB124718E6}" dt="2025-11-04T02:06:57.668" v="9" actId="2890"/>
        <pc:sldMkLst>
          <pc:docMk/>
          <pc:sldMk cId="3899943343" sldId="315"/>
        </pc:sldMkLst>
        <pc:spChg chg="add del">
          <ac:chgData name="MD. RAIHAN MAHMUD" userId="4a62f7df-4410-48f1-90fd-18890a1620a6" providerId="ADAL" clId="{B2039104-45D9-4CD2-BD34-02CB124718E6}" dt="2025-11-04T02:06:57.093" v="8" actId="478"/>
          <ac:spMkLst>
            <pc:docMk/>
            <pc:sldMk cId="3899943343" sldId="315"/>
            <ac:spMk id="3" creationId="{A411F630-F308-B059-3D58-50F99D34814F}"/>
          </ac:spMkLst>
        </pc:spChg>
        <pc:spChg chg="add del mod">
          <ac:chgData name="MD. RAIHAN MAHMUD" userId="4a62f7df-4410-48f1-90fd-18890a1620a6" providerId="ADAL" clId="{B2039104-45D9-4CD2-BD34-02CB124718E6}" dt="2025-11-04T02:06:57.093" v="8" actId="478"/>
          <ac:spMkLst>
            <pc:docMk/>
            <pc:sldMk cId="3899943343" sldId="315"/>
            <ac:spMk id="8" creationId="{AEFBFA36-D375-90CC-D99D-0401C54239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>
                <a:solidFill>
                  <a:srgbClr val="FFFFFF"/>
                </a:solidFill>
              </a:rPr>
              <a:t>Course Name</a:t>
            </a:r>
            <a:br>
              <a:rPr lang="en-US" sz="2400" cap="all">
                <a:solidFill>
                  <a:srgbClr val="FFFFFF"/>
                </a:solidFill>
              </a:rPr>
            </a:br>
            <a:br>
              <a:rPr lang="en-US" sz="2400" cap="all">
                <a:solidFill>
                  <a:srgbClr val="FFFFFF"/>
                </a:solidFill>
              </a:rPr>
            </a:br>
            <a:r>
              <a:rPr lang="en-US" sz="2400" cap="all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>
                <a:solidFill>
                  <a:srgbClr val="C00000"/>
                </a:solidFill>
              </a:rPr>
            </a:br>
            <a:br>
              <a:rPr lang="en-US" sz="3000">
                <a:solidFill>
                  <a:schemeClr val="tx2"/>
                </a:solidFill>
              </a:rPr>
            </a:br>
            <a:r>
              <a:rPr lang="en-US" sz="3000">
                <a:solidFill>
                  <a:schemeClr val="tx2"/>
                </a:solidFill>
              </a:rPr>
              <a:t>software development process model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7370233" y="4628242"/>
            <a:ext cx="4660900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7030A0"/>
                </a:solidFill>
                <a:latin typeface="Georgia" panose="02040502050405020303" pitchFamily="18" charset="0"/>
              </a:rPr>
              <a:t>Mejbah Ahammad</a:t>
            </a:r>
          </a:p>
          <a:p>
            <a:r>
              <a:rPr lang="en-US" sz="3200" dirty="0">
                <a:solidFill>
                  <a:schemeClr val="tx1"/>
                </a:solidFill>
                <a:latin typeface="Georgia" panose="02040502050405020303" pitchFamily="18" charset="0"/>
              </a:rPr>
              <a:t>Lecturer, CS,  AIUB</a:t>
            </a:r>
          </a:p>
          <a:p>
            <a:r>
              <a:rPr lang="en-US" sz="3200" dirty="0">
                <a:solidFill>
                  <a:schemeClr val="tx1"/>
                </a:solidFill>
                <a:latin typeface="Georgia" panose="02040502050405020303" pitchFamily="18" charset="0"/>
              </a:rPr>
              <a:t>+8801308757586</a:t>
            </a:r>
          </a:p>
          <a:p>
            <a:r>
              <a:rPr lang="en-US" sz="3200" cap="none" dirty="0">
                <a:solidFill>
                  <a:schemeClr val="tx1"/>
                </a:solidFill>
                <a:latin typeface="Georgia" panose="02040502050405020303" pitchFamily="18" charset="0"/>
              </a:rPr>
              <a:t>ahammadmejbah@aiub.edu</a:t>
            </a:r>
            <a:endParaRPr lang="en-US" sz="3200" cap="none" dirty="0">
              <a:latin typeface="Georgia" panose="02040502050405020303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V-Model is an extension of the waterfall model and is based on an association of a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This is a highly disciplined model, and the next phase starts only after the completion of the previous phase.</a:t>
            </a:r>
            <a:endParaRPr lang="en-GB" sz="200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Requirements are not precise, and the p</a:t>
            </a:r>
            <a:r>
              <a:rPr lang="en-GB" sz="2200"/>
              <a:t>rototype serves as a mechanism for identifying software requirements</a:t>
            </a:r>
            <a:endParaRPr lang="en-GB" sz="220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/>
              <a:t>System requirements ALWAYS evolve during a project, so process iteration is proper where earlier stages are reworked and is always part of the process for large systems</a:t>
            </a:r>
            <a:endParaRPr lang="en-GB" sz="220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/>
              <a:t>Incremental development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Rather than </a:t>
            </a:r>
            <a:r>
              <a:rPr lang="en-US" sz="2000">
                <a:latin typeface="+mj-lt"/>
              </a:rPr>
              <a:t>delivering the system as a single delivery, development and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>
                <a:latin typeface="+mj-lt"/>
              </a:rPr>
              <a:t> with each increment delivering part of the required functionality (SPIRAL).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T</a:t>
            </a:r>
            <a:r>
              <a:rPr lang="en-US" sz="200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User requirements are prioritized, and the </a:t>
            </a:r>
            <a:r>
              <a:rPr lang="en-GB" sz="200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Once the development of an increment is started, the </a:t>
            </a:r>
            <a:r>
              <a:rPr lang="en-GB" sz="200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/>
              <a:t>In the RAD model, the components or functions are </a:t>
            </a:r>
            <a:r>
              <a:rPr lang="en-US" sz="2000">
                <a:solidFill>
                  <a:srgbClr val="C00000"/>
                </a:solidFill>
              </a:rPr>
              <a:t>developed in parallel </a:t>
            </a:r>
            <a:r>
              <a:rPr lang="en-US" sz="200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/>
              <a:t>Delivers a fully functional system in </a:t>
            </a:r>
            <a:r>
              <a:rPr lang="en-GB" altLang="en-US" sz="2000">
                <a:solidFill>
                  <a:srgbClr val="C00000"/>
                </a:solidFill>
              </a:rPr>
              <a:t>90 days</a:t>
            </a:r>
            <a:r>
              <a:rPr lang="en-GB" altLang="en-US" sz="2000"/>
              <a:t>, give or take 30 days</a:t>
            </a:r>
            <a:r>
              <a:rPr lang="en-US" sz="2000"/>
              <a:t> 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User Design </a:t>
            </a:r>
            <a:r>
              <a:rPr lang="en-GB" altLang="en-US" sz="200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Construction</a:t>
            </a:r>
            <a:r>
              <a:rPr lang="en-GB" altLang="en-US" sz="2000">
                <a:solidFill>
                  <a:srgbClr val="FF0000"/>
                </a:solidFill>
              </a:rPr>
              <a:t> </a:t>
            </a:r>
            <a:r>
              <a:rPr lang="en-GB" altLang="en-US" sz="200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Cutover</a:t>
            </a:r>
            <a:r>
              <a:rPr lang="en-GB" altLang="en-US" sz="2000">
                <a:solidFill>
                  <a:srgbClr val="FF0000"/>
                </a:solidFill>
              </a:rPr>
              <a:t> </a:t>
            </a:r>
            <a:r>
              <a:rPr lang="en-GB" altLang="en-US" sz="2000"/>
              <a:t>(testing, changeover to new system, user training)</a:t>
            </a:r>
            <a:endParaRPr lang="en-US" sz="2200" b="1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Rational Unified Process (RUP)</a:t>
            </a:r>
            <a:endParaRPr lang="en-US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Risk profile</a:t>
            </a:r>
            <a:endParaRPr lang="en-US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>
                <a:ea typeface="ＭＳ Ｐゴシック" pitchFamily="34" charset="-128"/>
              </a:rPr>
              <a:t>R.S. Pressman &amp; Associates, Inc. (2010). </a:t>
            </a:r>
            <a:r>
              <a:rPr lang="en-US" sz="2000" i="1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/>
              <a:t>Kelly, J. C., </a:t>
            </a:r>
            <a:r>
              <a:rPr lang="en-US" sz="2000" err="1"/>
              <a:t>Sherif</a:t>
            </a:r>
            <a:r>
              <a:rPr lang="en-US" sz="2000"/>
              <a:t>, J. S., &amp; Hops, J. (1992). An analysis of defect densities found during software inspections. </a:t>
            </a:r>
            <a:r>
              <a:rPr lang="en-US" sz="2000" i="1"/>
              <a:t>Journal of Systems and Software</a:t>
            </a:r>
            <a:r>
              <a:rPr lang="en-US" sz="2000"/>
              <a:t>, </a:t>
            </a:r>
            <a:r>
              <a:rPr lang="en-US" sz="2000" i="1"/>
              <a:t>17</a:t>
            </a:r>
            <a:r>
              <a:rPr lang="en-US" sz="2000"/>
              <a:t>(2), 111-117.</a:t>
            </a:r>
          </a:p>
          <a:p>
            <a:pPr>
              <a:defRPr/>
            </a:pPr>
            <a:r>
              <a:rPr lang="en-US" sz="2000"/>
              <a:t>Bhandari, I., Halliday, M. J., </a:t>
            </a:r>
            <a:r>
              <a:rPr lang="en-US" sz="2000" err="1"/>
              <a:t>Chaar</a:t>
            </a:r>
            <a:r>
              <a:rPr lang="en-US" sz="2000"/>
              <a:t>, J., </a:t>
            </a:r>
            <a:r>
              <a:rPr lang="en-US" sz="2000" err="1"/>
              <a:t>Chillarege</a:t>
            </a:r>
            <a:r>
              <a:rPr lang="en-US" sz="2000"/>
              <a:t>, R., Jones, K., Atkinson, J. S., &amp; </a:t>
            </a:r>
            <a:r>
              <a:rPr lang="en-US" sz="2000" err="1"/>
              <a:t>Yonezawa</a:t>
            </a:r>
            <a:r>
              <a:rPr lang="en-US" sz="2000"/>
              <a:t>, M. (1994).</a:t>
            </a:r>
            <a:br>
              <a:rPr lang="en-US" sz="2000"/>
            </a:br>
            <a:r>
              <a:rPr lang="en-US" sz="2000"/>
              <a:t>In-process improvement through defect data interpretation. </a:t>
            </a:r>
            <a:r>
              <a:rPr lang="en-US" sz="2000" i="1"/>
              <a:t>IBM Systems Journal</a:t>
            </a:r>
            <a:r>
              <a:rPr lang="en-US" sz="2000"/>
              <a:t>, </a:t>
            </a:r>
            <a:r>
              <a:rPr lang="en-US" sz="2000" i="1"/>
              <a:t>33</a:t>
            </a:r>
            <a:r>
              <a:rPr lang="en-US" sz="2000"/>
              <a:t>(1), 182-214.</a:t>
            </a:r>
            <a:endParaRPr lang="en-US" sz="200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1945D5-C138-49A2-AF82-3C9840EF55F8}"/>
</file>

<file path=customXml/itemProps2.xml><?xml version="1.0" encoding="utf-8"?>
<ds:datastoreItem xmlns:ds="http://schemas.openxmlformats.org/officeDocument/2006/customXml" ds:itemID="{8D53EFFD-F766-44A8-B3A3-A389B9405FA3}"/>
</file>

<file path=customXml/itemProps3.xml><?xml version="1.0" encoding="utf-8"?>
<ds:datastoreItem xmlns:ds="http://schemas.openxmlformats.org/officeDocument/2006/customXml" ds:itemID="{7E1CCAD5-85A9-4D1B-9746-ED385A9F903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</Words>
  <Application>Microsoft Office PowerPoint</Application>
  <PresentationFormat>Widescreen</PresentationFormat>
  <Paragraphs>88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ＭＳ Ｐゴシック</vt:lpstr>
      <vt:lpstr>Bell MT</vt:lpstr>
      <vt:lpstr>Calibri</vt:lpstr>
      <vt:lpstr>Georgia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MEJBAH AHAMMAD</cp:lastModifiedBy>
  <cp:revision>2</cp:revision>
  <dcterms:created xsi:type="dcterms:W3CDTF">2019-05-13T08:37:20Z</dcterms:created>
  <dcterms:modified xsi:type="dcterms:W3CDTF">2026-02-06T20:26:39Z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