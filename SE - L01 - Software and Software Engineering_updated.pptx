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0"/>
  </p:notesMasterIdLst>
  <p:sldIdLst>
    <p:sldId id="256" r:id="rId5"/>
    <p:sldId id="313" r:id="rId6"/>
    <p:sldId id="293" r:id="rId7"/>
    <p:sldId id="295" r:id="rId8"/>
    <p:sldId id="297" r:id="rId9"/>
    <p:sldId id="314" r:id="rId10"/>
    <p:sldId id="299" r:id="rId11"/>
    <p:sldId id="300" r:id="rId12"/>
    <p:sldId id="298" r:id="rId13"/>
    <p:sldId id="307" r:id="rId14"/>
    <p:sldId id="308" r:id="rId15"/>
    <p:sldId id="309" r:id="rId16"/>
    <p:sldId id="310" r:id="rId17"/>
    <p:sldId id="312" r:id="rId18"/>
    <p:sldId id="31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MD. RAIHAN MAHMUD" userId="4a62f7df-4410-48f1-90fd-18890a1620a6" providerId="ADAL" clId="{E6A9731B-BF73-4583-80A8-4A1CA11ACDE6}"/>
    <pc:docChg chg="custSel modSld">
      <pc:chgData name="MD. RAIHAN MAHMUD" userId="4a62f7df-4410-48f1-90fd-18890a1620a6" providerId="ADAL" clId="{E6A9731B-BF73-4583-80A8-4A1CA11ACDE6}" dt="2025-10-29T09:24:26.751" v="35" actId="1076"/>
      <pc:docMkLst>
        <pc:docMk/>
      </pc:docMkLst>
      <pc:sldChg chg="delSp modSp mod">
        <pc:chgData name="MD. RAIHAN MAHMUD" userId="4a62f7df-4410-48f1-90fd-18890a1620a6" providerId="ADAL" clId="{E6A9731B-BF73-4583-80A8-4A1CA11ACDE6}" dt="2025-10-29T09:24:26.751" v="35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E6A9731B-BF73-4583-80A8-4A1CA11ACDE6}" dt="2025-10-29T09:24:20.469" v="33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MD. RAIHAN MAHMUD" userId="4a62f7df-4410-48f1-90fd-18890a1620a6" providerId="ADAL" clId="{E6A9731B-BF73-4583-80A8-4A1CA11ACDE6}" dt="2025-10-29T09:24:26.751" v="35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E6A9731B-BF73-4583-80A8-4A1CA11ACDE6}" dt="2025-10-29T09:24:21.218" v="34" actId="478"/>
          <ac:picMkLst>
            <pc:docMk/>
            <pc:sldMk cId="2664565021" sldId="256"/>
            <ac:picMk id="2" creationId="{344270E6-900A-ECC5-70F8-9779BC90F146}"/>
          </ac:picMkLst>
        </pc:pic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3"/>
            <ac:spMk id="4" creationId="{97933A36-B0B5-9997-56BC-6D0BBA0D031E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5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5"/>
            <ac:spMk id="4" creationId="{1761616C-BB6C-0C2A-8ED0-3C10F599C6D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7"/>
            <ac:spMk id="4" creationId="{68BC0F1A-8886-94B9-3267-48CF1CC23CF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8"/>
            <ac:spMk id="7" creationId="{BA1A92BF-C439-B5DA-6DA8-60F0A561BFD3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9"/>
            <ac:spMk id="4" creationId="{443F4437-BB4E-D0B6-96B1-1E9871A28BF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0"/>
            <ac:spMk id="4" creationId="{71A5527B-1A92-9FCD-F5D8-1A8423289D66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7"/>
            <ac:spMk id="4" creationId="{F6A708E2-E46B-4881-38E6-B24187D0FB1B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8"/>
            <ac:spMk id="4" creationId="{886BA8D7-B2BF-878A-7F0C-E10F2B006CC1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9"/>
            <ac:spMk id="4" creationId="{0DC9FB57-00F2-D2E7-4EC6-9EE8E146CDE7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1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10"/>
            <ac:spMk id="4" creationId="{6BDEC8BA-A092-BA65-E675-604AB01E18B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64039236" sldId="311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64039236" sldId="311"/>
            <ac:spMk id="4" creationId="{25312C3B-B9B9-5739-8FF4-272BFD29E158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2980895392" sldId="312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2980895392" sldId="312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1641042918" sldId="31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1641042918" sldId="313"/>
            <ac:spMk id="4" creationId="{EB11A590-4A62-E828-3EFD-C053B34D4D04}"/>
          </ac:spMkLst>
        </pc:spChg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 err="1">
                <a:solidFill>
                  <a:srgbClr val="FFFFFF"/>
                </a:solidFill>
              </a:rPr>
              <a:t>Softwareengineering</a:t>
            </a:r>
            <a:r>
              <a:rPr lang="en-US" sz="2400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 err="1">
                <a:solidFill>
                  <a:schemeClr val="tx2"/>
                </a:solidFill>
              </a:rPr>
              <a:t>sftware</a:t>
            </a:r>
            <a:r>
              <a:rPr lang="en-US" sz="3000">
                <a:solidFill>
                  <a:schemeClr val="tx2"/>
                </a:solidFill>
              </a:rPr>
              <a:t> 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143811" y="4493223"/>
            <a:ext cx="4896908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sz="2400" cap="none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ahammadmejbah@aiub.</a:t>
            </a:r>
            <a:r>
              <a:rPr lang="en-US" sz="2400" cap="none" dirty="0">
                <a:solidFill>
                  <a:schemeClr val="tx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sz="2400" cap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400" cap="none" dirty="0">
                <a:solidFill>
                  <a:schemeClr val="tx1"/>
                </a:solidFill>
                <a:latin typeface="Georgia" panose="02040502050405020303" pitchFamily="18" charset="0"/>
              </a:rPr>
              <a:t>Room Number: DN0922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442A45-7256-445F-9761-000702145F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173B7-CFC2-43B7-88CD-B28B5E0F5A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186025-a0d9-4e7f-b068-4d7f27a934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78E800-144F-4D1A-8F2D-6743E29689F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1106</Words>
  <Application>Microsoft Office PowerPoint</Application>
  <PresentationFormat>Widescreen</PresentationFormat>
  <Paragraphs>132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Bell MT</vt:lpstr>
      <vt:lpstr>Calibri</vt:lpstr>
      <vt:lpstr>Georgia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Nakib Borshon</cp:lastModifiedBy>
  <cp:revision>52</cp:revision>
  <dcterms:created xsi:type="dcterms:W3CDTF">2019-05-13T08:37:20Z</dcterms:created>
  <dcterms:modified xsi:type="dcterms:W3CDTF">2026-02-21T09:58:54Z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2026-02-21T09:58:54Z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c1448451-f40d-4ee4-a29d-da1bd11485ee</vt:lpwstr>
  </property>
  <property fmtid="{D5CDD505-2E9C-101B-9397-08002B2CF9AE}" pid="8" name="MSIP_Label_defa4170-0d19-0005-0004-bc88714345d2_ActionId">
    <vt:lpwstr>fa16dd7c-6288-447f-b148-179fde136d3b</vt:lpwstr>
  </property>
  <property fmtid="{D5CDD505-2E9C-101B-9397-08002B2CF9AE}" pid="9" name="MSIP_Label_defa4170-0d19-0005-0004-bc88714345d2_ContentBits">
    <vt:lpwstr>0</vt:lpwstr>
  </property>
</Properties>
</file>